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905D-8076-41C5-A6D3-977061697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DBB677-BC06-45AF-82B1-D6D24BC27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8DA7D1-A4E0-46BD-8E14-16600DB7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D9064-535E-47BE-88A9-DB6DBF69194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05CC4E-0585-44B1-B566-5FC7D4F4C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8FC2F4-3137-4913-B1B0-1C09CB64A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B805-2A83-4418-BFF6-3F1658F0D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922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CE54F-22D8-4553-8838-35D1EE33C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EED4DE-7B58-4DAD-9E11-19794A01C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F8BE02-A74B-476D-81BA-CF8295BC7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D9064-535E-47BE-88A9-DB6DBF69194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254823-35BE-47D9-960E-5DC25272E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F3666E-1BD8-4C4A-B541-7D169BC83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B805-2A83-4418-BFF6-3F1658F0D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320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0BD7D8-32B5-4459-929D-72B12F0A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5742FA-AE20-4235-B8B3-1E71BB361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749F2E-0A74-4073-A68F-3B8F83C9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D9064-535E-47BE-88A9-DB6DBF69194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B6D21E-4995-42F3-B4D5-6BCC6A1FC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AB355E-CCCA-4322-BE79-1534DF93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B805-2A83-4418-BFF6-3F1658F0D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47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CB0127-D1E2-48CF-B739-8D7F4514D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86DCD7-1CD4-4DF6-83FB-AECCDE2FA9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DB94C6-829E-427D-B893-14EC403A8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234481-9716-403E-B918-19E24F2C3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D9064-535E-47BE-88A9-DB6DBF69194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C166DF5-54C9-4FFC-AD00-B26277B2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65678F-DCFC-4272-8120-396272F53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B805-2A83-4418-BFF6-3F1658F0D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147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0394F9-8300-4515-9048-2EB31B7FB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7B2467-791D-4B7B-8800-3464BD3AC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710DF3-0F7A-406F-9DEF-4340A04E6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B5FBDE8-2805-4188-A773-4ED29BF664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D16EDC-45AA-45E1-936F-5F717C9BF1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EC122BD-3A90-4C9D-9375-9C1CDFC12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D9064-535E-47BE-88A9-DB6DBF69194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8089AC3-C90B-4064-A0E4-75FFC02D6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501C4A7-9327-458B-83F8-E6AF43052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B805-2A83-4418-BFF6-3F1658F0D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6581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7F1751-80FB-44A6-8861-B6C62B8D9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2ED9FA9-F4BD-4082-8391-107F3FC0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D9064-535E-47BE-88A9-DB6DBF69194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0D2D36E-1396-4CC0-A3A8-5A23D5F9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2E8DB7-81A7-4538-B409-68D63B9B1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B805-2A83-4418-BFF6-3F1658F0D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194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2831DF-CFE2-4184-AF45-7A3EE6E1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D9064-535E-47BE-88A9-DB6DBF69194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2D6328C-B9DB-4EF0-9BF6-139AA0FBD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A692B2-0613-4BF4-A0E8-5B8CFE841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B805-2A83-4418-BFF6-3F1658F0D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586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A3DDA-C39E-4191-B4C0-FCE8FF469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4130A6-7978-4967-9F3B-6560902E5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02E4B4C-197F-4F35-B82F-BA92C3341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FFEBD6-309C-4382-9BB7-20A19025B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D9064-535E-47BE-88A9-DB6DBF69194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AE8789-9E82-483C-A747-A0B9169B9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974A74-B5EF-4E15-80B8-10D12A56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B805-2A83-4418-BFF6-3F1658F0D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00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85E69A-D5DC-4B85-A58A-844CB9568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AAA5A0F-EB13-47E0-A341-D81495C356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823944-9FDC-465A-A4F2-65FDB4EE7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7D45D5-28B1-4AAB-9319-BD891FC0B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D9064-535E-47BE-88A9-DB6DBF69194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918F02-87D2-4759-8741-B75B06B1B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6E10A1-477E-4A42-BC78-A50052C9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B805-2A83-4418-BFF6-3F1658F0D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731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361E28-59EC-439F-800D-FC7A4983B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C12E5E-3511-48DD-91EE-2257726DE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7DFE3F-FCF3-4007-881F-D6456549D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D9064-535E-47BE-88A9-DB6DBF69194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9575D6-7A13-49A0-96C0-6CB92522E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C6C695-E85B-481E-B974-32ECF1F6A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B805-2A83-4418-BFF6-3F1658F0D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20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F1876A6-14F4-4938-8BF4-22E1460494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F07A19-9A9E-4776-B620-E4B91BCA8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A78889-A83D-4E45-BF48-DD1FEA1B9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D9064-535E-47BE-88A9-DB6DBF69194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E55DF4-5EE7-4087-B396-0AACFB8A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F41912-3F79-4789-A0BE-8D09BE424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B805-2A83-4418-BFF6-3F1658F0D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755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DD2012-54C8-440A-ACBE-A52CD76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EFE0EC-E914-45CA-8575-E5A7C1BEC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E6BB8-7E19-48FC-A1E5-1ED91F35B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D9064-535E-47BE-88A9-DB6DBF69194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8D4F39-99B8-4F93-BB8D-36FC1EA84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B0E1EC-A61C-492B-BEB7-F139B8679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EB805-2A83-4418-BFF6-3F1658F0D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02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C537BC-A035-4885-8169-71489BE87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6221"/>
            <a:ext cx="12192000" cy="516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84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D91C0F-2248-412B-8338-FC5C11693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9629"/>
            <a:ext cx="12192000" cy="443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153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4A2914-3885-4303-8D6D-144046BA9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8411"/>
            <a:ext cx="12192000" cy="478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33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EB931C-3179-4B8F-8F30-0865D5FB1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0911"/>
            <a:ext cx="12192000" cy="469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38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58BA1E-CC67-440C-A110-E73E9F66E3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43"/>
          <a:stretch/>
        </p:blipFill>
        <p:spPr>
          <a:xfrm>
            <a:off x="0" y="784122"/>
            <a:ext cx="12192000" cy="514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97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9903E5D-C5CF-4E8D-844E-05EC90B9E9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803" b="4622"/>
          <a:stretch/>
        </p:blipFill>
        <p:spPr>
          <a:xfrm>
            <a:off x="0" y="2228851"/>
            <a:ext cx="1219200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252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</cp:revision>
  <dcterms:created xsi:type="dcterms:W3CDTF">2026-04-21T16:10:56Z</dcterms:created>
  <dcterms:modified xsi:type="dcterms:W3CDTF">2026-04-21T16:12:30Z</dcterms:modified>
</cp:coreProperties>
</file>