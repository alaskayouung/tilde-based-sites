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B3B78-866A-4213-843D-89C364E1B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206D35-A5AE-4DD0-8C75-936317712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1A370-89A8-45BF-98B1-78B3C1E3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87699-7BBA-465B-839C-3E515A30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2F1AC-22EE-4BEC-A4D1-56552EB0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8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13F87-14DD-4160-93A1-D3B0C110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4339AF-4890-40B9-8653-25F0D9D9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2D5570-9F13-4A09-B569-004422D9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514C16-CD64-47E5-BEBD-BD426F50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1CD35-6F62-446D-9C26-BCEC707F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74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0B7E4-CD2D-4121-9BA8-319052E5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7341DB-0873-49FF-A2C5-B1853451B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F516A3-64FA-4F08-B9D7-8F97449D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EDAC5B-8567-44E5-9284-2286565A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3A8507-5526-4F64-9B05-F56F061B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81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723E1-DD94-4732-B7AF-A4C69F75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87489-8FF9-4151-877A-372B35D2D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E19067-1264-45CE-821F-4E5286265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DC50BF-C1DB-48B4-B9AF-3E55FCF4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63EC09-9858-4F04-A1EA-F0355D78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68C489-5E0E-488B-A58E-C5D0C1E3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58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413C8-7D53-4662-BE29-1534AD6C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47F4C4-3FBB-4307-966C-A927C6F4F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A9D00F-DDEC-4995-841F-C1956303A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C62249-82C5-4E1F-AB29-FC1F2F00D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194C3B-0A85-4DE5-AF7F-19B7AA9CB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D822CA-F2EB-48C2-8318-C3E2CED4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D8A9031-487A-44AA-B513-649EF09B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09649-2B83-496E-8E4E-D59D2421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29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E7170-EF1A-41D5-9FC1-EA8550CB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7C4430F-1E81-4AFA-9798-73397082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18F0DD-7EF0-41C6-A134-D62E4EFA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2BA9C6-66D9-461D-B625-E9A8CF23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89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F8A932-5532-4554-9753-72042071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CC36B7-80F8-440D-A3FD-0E96FE99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CD1A1A-8BD0-4EF6-A1CE-818279C2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129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C393A-2EF6-44F7-8C30-4C4CF78E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B1D90D-988E-43D0-BA34-C6420DC5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34795F-9B3B-4423-BAFF-B835EA6B6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37837-7F28-4CF3-808E-8DACF4C9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DF551F-A4DB-48E4-A67D-58EC8CD4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95AC39-1BE6-4AF9-8BD1-D6276728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8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216DA-88D3-4F2B-88F0-D906D95B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AAA16B-C472-4B19-9C8C-5120DB754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007729-8F53-469F-B5CC-DEB516C9E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CE410B-B524-4694-953F-6168A845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0AEB0F-BC48-4653-B024-E8FE2E01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77CD0B-7F80-4FCC-8326-2EC25EAE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14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B929A-F63D-498F-9705-48E828D9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D9B63A-659B-4BE8-9FE0-7AF6EB772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B5737E-C028-4A00-A07E-B30D38F7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60473-6482-462D-BF37-8E9F21C5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8BA496-3F2C-4496-86A7-30F88597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85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44F7F0-6127-4877-AD1C-3E6497F09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586927-9F82-4DB4-8981-02A6BECE4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96AA29-65A5-4A0D-8C3A-63DF7B1D6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513285-493A-4D42-A2B2-FF9BF81A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EAD89-10D3-4327-8031-B9B1E83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85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6A166-C07B-4BD7-B7DD-935E04E5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5FC827-ABD9-4A8C-A5F2-D45FB1028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BB2C13-0A8F-489A-89E4-C108F96CC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0928D-25E0-46B7-BBB4-2A7A312D94F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6DA14C-C271-4744-B886-C95AA298D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21847E-CF0E-4B37-BE49-B0193A2E0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73EAE-73C0-40AA-9C4F-4F135142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33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8193F1-CA97-4996-A061-433ABBD5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085"/>
            <a:ext cx="12192000" cy="572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2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34C315-50F5-4327-B0D8-008E86464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696"/>
            <a:ext cx="12192000" cy="560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4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677D4D-6DF6-4F7A-AF4E-441929F16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843"/>
            <a:ext cx="12192000" cy="466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1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5F3BF0-07F8-4B63-82C4-AF0D07BB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763"/>
            <a:ext cx="12192000" cy="446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5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F55D63-FB7D-49F8-B713-8C09729BF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3109"/>
            <a:ext cx="12192000" cy="463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987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2026-04-21T15:56:46Z</dcterms:created>
  <dcterms:modified xsi:type="dcterms:W3CDTF">2026-04-21T15:59:16Z</dcterms:modified>
</cp:coreProperties>
</file>