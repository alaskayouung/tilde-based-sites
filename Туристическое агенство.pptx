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48AB5C-CAFF-4964-B5B4-C524758EDE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ED14EEE-57EE-4B1D-A2B6-207131D06F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6E0226-E482-4C85-99E6-411CFF134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BF429-0291-4D61-8169-5400E6C11D54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F71FE9-3D9E-4FEC-9E50-84684EB5F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6B797FF-54B5-4AE6-A582-DCAC5B964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3CAE9-8A57-4E9C-8CB1-0B0425CE81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0749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095E36-BCDB-40F7-ADE3-2AB05185D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CDF544-E2B4-46E2-850B-8F002C334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2632D1C-4C95-4D4C-9B22-23EFB0F7B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BF429-0291-4D61-8169-5400E6C11D54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10FC0C4-8379-400E-98A6-6E9ED007D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5746AC-1A4C-4E8A-BF86-D7418455F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3CAE9-8A57-4E9C-8CB1-0B0425CE81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7646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5A3A44-388C-43CB-A92C-9B94D8C88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70684F6-231C-41B1-BE8A-C3C4E28D0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135C51-AFAB-44EF-BC11-D47EDADD0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BF429-0291-4D61-8169-5400E6C11D54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5AFAA7D-CE17-4AAD-901D-3F3E9FFAD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AD2DBD-E1EC-41E7-980F-B4B189AAF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3CAE9-8A57-4E9C-8CB1-0B0425CE81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6517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64D2CB-E687-49C1-9DFB-37535D58B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9FDB35-DAF7-49A8-B798-A8C8D95CE9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5F6D8D0-0204-487B-9707-94467A6480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4F2965E-3454-45A8-9271-38D59F55C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BF429-0291-4D61-8169-5400E6C11D54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B342C21-FD74-484C-B707-719459497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CEBB4DB-1E27-4046-A59E-2E6DCC327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3CAE9-8A57-4E9C-8CB1-0B0425CE81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66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67EE76-2688-4B55-879D-1BC91E27A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D867ED8-E7AC-4CB7-B77E-B22C47221D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57A1542-9F1C-4D6E-BDDF-4AA5800F59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D865EB4-7B3F-4426-B8F7-D92FE8ABCE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7CBF4DB-708A-4600-BAFA-26A353FD52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EE7054D-B6EC-4C6E-A072-1FFF2E333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BF429-0291-4D61-8169-5400E6C11D54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29F8D3C-E304-40F4-BF21-80B8B4275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B7E788B-6ED0-491E-8324-D4CF9D784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3CAE9-8A57-4E9C-8CB1-0B0425CE81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5176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987D6B-50E7-4989-9F3E-81DBD4CAF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2193D93-FCB1-4BF5-B572-8464C6288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BF429-0291-4D61-8169-5400E6C11D54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09C8778-439F-4D2C-B770-0DA2A7453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3E816FD-5C6F-4FD0-90E8-6ACF90E90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3CAE9-8A57-4E9C-8CB1-0B0425CE81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8655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7DD65EF-B17E-48C2-ACB3-3885B7EA5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BF429-0291-4D61-8169-5400E6C11D54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9463AAD-C131-467C-B43B-F249B7473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38F50CB-96AC-4A0B-95BB-5EDA4B7D1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3CAE9-8A57-4E9C-8CB1-0B0425CE81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5626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B5BD14-C8D2-40CE-BE18-F00D55506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C6662A-42E4-4FEC-8DB4-3F2264C78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C9E6E20-5F85-4E90-97D6-82BE8A2449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B97A9BD-D1EF-4590-89A5-03FD9B917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BF429-0291-4D61-8169-5400E6C11D54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AB9DB2E-0726-4BCF-922F-30EF1003A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47BF628-BEBC-41F8-8D9A-1BAC1200D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3CAE9-8A57-4E9C-8CB1-0B0425CE81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8834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0282D1-F0B5-48E3-87AD-4EA40500C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E04337B-C613-4ECF-AD21-7CA0A6E59E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0E7F78A-1ECD-4C94-94A4-AD2DD0CF3F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3F442C5-A88D-48B8-A4A7-92F5DC3E1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BF429-0291-4D61-8169-5400E6C11D54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08B3DAF-6DCE-449E-99D6-D39A6E902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6100F92-CD21-4225-BD63-CA4BDC166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3CAE9-8A57-4E9C-8CB1-0B0425CE81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4930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B852B9-8801-4FF4-A803-1F922B682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48A567B-35C4-41F3-B424-D4D7F002A2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6991FE-CE76-4653-938A-0212A1759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BF429-0291-4D61-8169-5400E6C11D54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E61396-B349-4013-87D7-BEAD93403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20E0BAA-56A0-4526-A00B-CDDCF7F26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3CAE9-8A57-4E9C-8CB1-0B0425CE81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3171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B385801-222E-4E65-BE02-CBF0DB2C42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F99FA1B-4015-4D0F-9DE2-2A7DE1ADC8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E48EE2-BE69-4EB9-83DC-CA87A7AA0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BF429-0291-4D61-8169-5400E6C11D54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E52C8E-2E4A-49AE-AB87-B03065B5B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2E52CE-D176-42EF-8381-C25C99980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3CAE9-8A57-4E9C-8CB1-0B0425CE81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1959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76BA4D-88E5-4229-B8A1-A206073CD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F3E9E35-3DBB-46B1-9C00-7376FAC18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D24AED-DC63-4AB6-B6E9-F15BF2A34D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CBF429-0291-4D61-8169-5400E6C11D54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EC97A4-EB80-4246-8D94-ED89492717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87D5C5-A433-4417-83C2-8ACC4C5061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B3CAE9-8A57-4E9C-8CB1-0B0425CE81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064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2EEDF6-AB51-49D5-A35B-B29CA55CB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502"/>
            <a:ext cx="12192000" cy="5142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27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DDD7EDA-A515-47F4-B3F2-6D6B0C7CF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0968"/>
            <a:ext cx="12192000" cy="501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000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7877251-18E9-41BC-BA40-AF73B9DD7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9368"/>
            <a:ext cx="12192000" cy="477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675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F34CEB5-3E01-42CE-BCD5-3AFA728C1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8140"/>
            <a:ext cx="12192000" cy="4261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402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FD857A8-57F3-4862-AD34-1F162334B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6438"/>
            <a:ext cx="12192000" cy="4905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057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EE3E2E4-27A6-4CC7-A608-72F26C96A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0822"/>
            <a:ext cx="12192000" cy="4436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594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1671161-D3D5-407B-BCC7-7551F6604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6546"/>
            <a:ext cx="12192000" cy="5084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247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AD01FE5-9753-4501-85EE-AC84A527D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0493"/>
            <a:ext cx="12192000" cy="4617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9183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Широкоэкранный</PresentationFormat>
  <Paragraphs>0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1</cp:revision>
  <dcterms:created xsi:type="dcterms:W3CDTF">2026-04-21T15:59:34Z</dcterms:created>
  <dcterms:modified xsi:type="dcterms:W3CDTF">2026-04-21T16:01:37Z</dcterms:modified>
</cp:coreProperties>
</file>